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2DBE-5F7C-B600-0E4B-152D07A67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29304-E7AD-BDED-5849-303BA1BA5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A2BC-C18F-CABE-5298-A37FA3D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8B200-552C-5124-5D38-B153574F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7510B-CBBA-95CD-0144-32C8E37B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45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4ABF-D93F-7B1B-B381-05149848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AE797-4D20-8F4E-B5D2-0664238B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D2685-9133-504F-B178-54A7E647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6C7B2-F29E-61F6-8E00-75EC14AC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1C41B-1466-260F-D291-62A9925F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62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ADF8-4155-A2F1-DAFF-81D15DB9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2D1C9-8E70-43DD-19C1-1F26A38FE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4D94-DAD8-31D7-FF45-6EDC4269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E3E4-DC79-1ACA-DEA3-357049B3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1292-BC65-847E-D076-3CEA38CA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01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4C1C-01EE-A75A-93D0-8887A45B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C1FD-3040-E330-B8DF-23F5A9C83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F7BDC-9643-2E31-3F67-9AD095A8D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8DADF-58F6-7448-1C42-AD0493C3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BC058-C33D-E7E8-9085-626DACB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D45CD-4AD2-1B76-AC75-4FFE7B9B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33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7673-A1F3-6082-BB2F-F5BDB017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2B226-4898-7A72-59B1-EA6963F51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0AA38-27DF-6EE2-74BF-A192B68A9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AC515-8063-DD6A-B45C-7EDFF970F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5B541B-4D1C-133E-F4F3-760EF42E8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978F4-F5CB-4971-7BA1-D5C4E87A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1BEC9-632F-129E-E233-51000050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1A52E-F5FF-BA45-7BAA-F90D59F1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87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EF01-2F5A-66EF-60A9-192CF86C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187EE-3A8D-10D6-253C-D46AC967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2EBB4-BD6E-E5EC-205C-55F9C0E7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7FC3A-21F9-C936-7B00-C5CF63A7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20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E2759-574F-DC02-AB57-0F35ECD2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4C5D3-F752-05F6-C96C-B3456A27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DE5A-F88E-EF7C-8636-AAED432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25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694C-5BBA-6488-0338-37C34DBF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D340-0DC5-17FC-FF89-294D61255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81500-B761-AEB5-41FD-F76EE8CE8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C7FD4-6F41-36FD-1FB5-B2ED1FAE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F4C12-A9BE-23D2-6033-C8FCF333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BDD0E-927C-7B7C-F59E-DB578B27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6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1125-5C04-7B32-3846-4130CCC5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4A238-5BBD-2A5B-D80D-3EC8294C7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A2594-511B-F08B-C665-ABF0A08F6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33A9F-8298-62DA-C883-C086D0C6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9CCA6-52CD-99AE-0CAF-0575901B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911E7-D389-3845-2436-0F6753DA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46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D3F2-2B39-876D-D6D3-0B2B4FA0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92B8D-CA04-BF0E-54B5-2B0342993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7D1EF-37D4-EFAA-3A48-57C79CC8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F7C4-2B51-276A-A56C-1C8613B8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E987E-8F50-E22B-3973-A70D964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9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1C1F2-9C94-6818-1558-72234FCA3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1DA51-95B9-8B56-6A2D-284F88D86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FAE8A-2791-29C9-9A3A-DEA73560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F82D-ADD3-DD8D-AF5C-3E8DECF4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2E4EA-906C-1B9B-2170-DC14C709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90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9CD04E-1359-44EF-2954-628D7610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8D0F3-63E3-1A96-DD49-92CEC404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23E9-2326-2734-7AE1-F5E40EA9C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4FB0A-3B51-4BFB-BF4A-A6F32CD3977D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9586-4BF9-A758-2929-903BA2B02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35858-5656-AC4E-385F-52AAB66C7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12F11-4B45-42E7-9689-1424E8FE6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01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9AFB-D712-6309-AE9A-746C5EB71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sz="5400" dirty="0"/>
              <a:t>S</a:t>
            </a:r>
            <a:r>
              <a:rPr lang="it-IT" sz="5400" dirty="0"/>
              <a:t>emidistributivitatea la stânga a conectivei </a:t>
            </a:r>
            <a:r>
              <a:rPr lang="ro-RO" sz="5400" dirty="0"/>
              <a:t>”</a:t>
            </a:r>
            <a:r>
              <a:rPr lang="en-GB" dirty="0"/>
              <a:t>→</a:t>
            </a:r>
            <a:r>
              <a:rPr lang="ro-RO" dirty="0"/>
              <a:t>”</a:t>
            </a:r>
            <a:r>
              <a:rPr lang="en-GB" dirty="0"/>
              <a:t> fa</a:t>
            </a:r>
            <a:r>
              <a:rPr lang="ro-RO" dirty="0"/>
              <a:t>ță de ”∧”</a:t>
            </a:r>
            <a:br>
              <a:rPr lang="en-GB" dirty="0"/>
            </a:br>
            <a:br>
              <a:rPr lang="en-GB" u="sng" dirty="0"/>
            </a:br>
            <a:r>
              <a:rPr lang="it-IT" sz="5400" dirty="0"/>
              <a:t> 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351FA-80D2-6E40-832E-9D27479EE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o-RO" sz="5400" dirty="0"/>
              <a:t>(p</a:t>
            </a:r>
            <a:r>
              <a:rPr lang="en-GB" sz="5400" dirty="0"/>
              <a:t> →</a:t>
            </a:r>
            <a:r>
              <a:rPr lang="ro-RO" sz="5400" dirty="0"/>
              <a:t> (q ∧ r)) </a:t>
            </a:r>
            <a:r>
              <a:rPr lang="en-GB" sz="5400" dirty="0"/>
              <a:t>→</a:t>
            </a:r>
            <a:r>
              <a:rPr lang="ro-RO" sz="5400" dirty="0"/>
              <a:t> ((p</a:t>
            </a:r>
            <a:r>
              <a:rPr lang="en-GB" sz="5400" dirty="0"/>
              <a:t> →</a:t>
            </a:r>
            <a:r>
              <a:rPr lang="ro-RO" sz="5400" dirty="0"/>
              <a:t> q) ∧ (p </a:t>
            </a:r>
            <a:r>
              <a:rPr lang="en-GB" sz="5400" dirty="0"/>
              <a:t>→</a:t>
            </a:r>
            <a:r>
              <a:rPr lang="ro-RO" sz="5400" dirty="0"/>
              <a:t> r))</a:t>
            </a:r>
            <a:endParaRPr lang="en-GB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C76DC-E791-A68A-E9D1-D633B2C21ED6}"/>
              </a:ext>
            </a:extLst>
          </p:cNvPr>
          <p:cNvSpPr txBox="1"/>
          <p:nvPr/>
        </p:nvSpPr>
        <p:spPr>
          <a:xfrm>
            <a:off x="3749040" y="2267712"/>
            <a:ext cx="463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/>
              <a:t>(Problema 9.1.4.2)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468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73DD-0485-62A2-E588-75DF189E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Reamintim ”</a:t>
            </a:r>
            <a:r>
              <a:rPr lang="en-GB" dirty="0"/>
              <a:t> →</a:t>
            </a:r>
            <a:r>
              <a:rPr lang="ro-RO" dirty="0"/>
              <a:t>” și ” ∧”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5226E3-AF92-3ECB-0A14-F50E3A286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061821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670570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84127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30364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83071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q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p ∧ q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p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q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74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99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12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0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370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488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5E21-B195-7C9F-EFDD-3D0C5B46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Tabel de adevăr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C9CE97-6C33-8FB5-FB6B-9C774413C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1587456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7367306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21638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5700737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572063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5987491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1237807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39959576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072663779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4131844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q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q </a:t>
                      </a:r>
                      <a:r>
                        <a:rPr lang="ro-RO" sz="1800" dirty="0"/>
                        <a:t>∧ 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 </a:t>
                      </a:r>
                      <a:r>
                        <a:rPr lang="en-GB" sz="1800" dirty="0"/>
                        <a:t>→</a:t>
                      </a:r>
                      <a:r>
                        <a:rPr lang="ro-RO" dirty="0"/>
                        <a:t> q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/>
                        <a:t> p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(</a:t>
                      </a:r>
                      <a:r>
                        <a:rPr lang="ro-RO" dirty="0"/>
                        <a:t>q </a:t>
                      </a:r>
                      <a:r>
                        <a:rPr lang="ro-RO" sz="1800" dirty="0"/>
                        <a:t>∧ r)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/>
                        <a:t>(p </a:t>
                      </a:r>
                      <a:r>
                        <a:rPr lang="en-GB" sz="1800" dirty="0"/>
                        <a:t>→</a:t>
                      </a:r>
                      <a:r>
                        <a:rPr lang="ro-RO" dirty="0"/>
                        <a:t> q) </a:t>
                      </a:r>
                      <a:r>
                        <a:rPr lang="ro-RO" sz="1800" dirty="0"/>
                        <a:t>∧  (</a:t>
                      </a:r>
                      <a:r>
                        <a:rPr lang="ro-RO" dirty="0"/>
                        <a:t>p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r)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/>
                        <a:t>(p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(</a:t>
                      </a:r>
                      <a:r>
                        <a:rPr lang="ro-RO" dirty="0"/>
                        <a:t>q </a:t>
                      </a:r>
                      <a:r>
                        <a:rPr lang="ro-RO" sz="1800" dirty="0"/>
                        <a:t>∧ r))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(</a:t>
                      </a:r>
                      <a:r>
                        <a:rPr lang="ro-RO" dirty="0"/>
                        <a:t>(p </a:t>
                      </a:r>
                      <a:r>
                        <a:rPr lang="en-GB" sz="1800" dirty="0"/>
                        <a:t>→</a:t>
                      </a:r>
                      <a:r>
                        <a:rPr lang="ro-RO" dirty="0"/>
                        <a:t> q) </a:t>
                      </a:r>
                      <a:r>
                        <a:rPr lang="ro-RO" sz="1800" dirty="0"/>
                        <a:t>∧  (</a:t>
                      </a:r>
                      <a:r>
                        <a:rPr lang="ro-RO" dirty="0"/>
                        <a:t>p </a:t>
                      </a:r>
                      <a:r>
                        <a:rPr lang="en-GB" sz="1800" dirty="0"/>
                        <a:t>→</a:t>
                      </a:r>
                      <a:r>
                        <a:rPr lang="ro-RO" sz="1800" dirty="0"/>
                        <a:t> r))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3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85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99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543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76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45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8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997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86729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8DD2D4F-F5B1-B17B-610E-7896EFCD37BB}"/>
              </a:ext>
            </a:extLst>
          </p:cNvPr>
          <p:cNvSpPr/>
          <p:nvPr/>
        </p:nvSpPr>
        <p:spPr>
          <a:xfrm>
            <a:off x="9334500" y="2139696"/>
            <a:ext cx="566928" cy="31584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ADED0-9A42-ED82-2D19-4B58BEF02A66}"/>
              </a:ext>
            </a:extLst>
          </p:cNvPr>
          <p:cNvSpPr txBox="1"/>
          <p:nvPr/>
        </p:nvSpPr>
        <p:spPr>
          <a:xfrm>
            <a:off x="1080516" y="5615939"/>
            <a:ext cx="6961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Relația este mereu adevărată deci este o </a:t>
            </a:r>
            <a:r>
              <a:rPr lang="ro-RO" sz="2000" b="1" dirty="0"/>
              <a:t>tautologie</a:t>
            </a:r>
            <a:r>
              <a:rPr lang="ro-RO" dirty="0"/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51D1C1-7FA3-701D-23A5-429896D8DC25}"/>
              </a:ext>
            </a:extLst>
          </p:cNvPr>
          <p:cNvCxnSpPr>
            <a:cxnSpLocks/>
          </p:cNvCxnSpPr>
          <p:nvPr/>
        </p:nvCxnSpPr>
        <p:spPr>
          <a:xfrm flipV="1">
            <a:off x="6345936" y="4873562"/>
            <a:ext cx="2988564" cy="914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39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209</Words>
  <Application>Microsoft Office PowerPoint</Application>
  <PresentationFormat>Widescreen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Semidistributivitatea la stânga a conectivei ”→” față de ”∧”   </vt:lpstr>
      <vt:lpstr>Reamintim ” →” și ” ∧”</vt:lpstr>
      <vt:lpstr>Tabel de adevăr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TEODOR-CRISTIAN COȚOVANU</dc:creator>
  <cp:lastModifiedBy>TEODOR-CRISTIAN COȚOVANU</cp:lastModifiedBy>
  <cp:revision>1</cp:revision>
  <dcterms:created xsi:type="dcterms:W3CDTF">2025-10-29T18:51:30Z</dcterms:created>
  <dcterms:modified xsi:type="dcterms:W3CDTF">2025-10-29T19:15:37Z</dcterms:modified>
</cp:coreProperties>
</file>